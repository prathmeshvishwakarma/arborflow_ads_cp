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976D2"/>
                </a:solidFill>
              </a:defRPr>
            </a:pPr>
            <a:r>
              <a:t>ArborFlow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424242"/>
                </a:solidFill>
              </a:defRPr>
            </a:pPr>
            <a:r>
              <a:t>High-Performance Network Processing Engine</a:t>
            </a:r>
            <a:br/>
            <a:r>
              <a:t>Built with Advanced Data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Project Objectives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Design and implement a real-time network security engine in C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Capture and filter network packets at millions per second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Implement efficient IP filtering using advanced data structures: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Bit Vectors: O(1) prefix filtering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vEB Trees: O(1) amortized exact IP matching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Process packets with sub-microsecond latency per packet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Demonstrate integration of networking, algorithms, and systems programming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Create production-ready, modular firewall 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Architecture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Pipeline: Internet Traffic → Output Processing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1. Capture Layer (libpcap + pthreads)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 - Intercept raw packets from network interface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 - Parse: Ethernet → IP → TCP/UDP headers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2. Queue Layer (Lock-Free SPSC)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 - Thread-safe packet passing with atomics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3. Filtering Layer (Gatekeeper)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 - Layer 1: BitVector prefix check O(1)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 - Layer 2: vEB Tree exact match O(1)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4. Scheduling Layer (Max Heap)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 - Priority-based packet ordering for QoS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4336"/>
                </a:solidFill>
              </a:defRPr>
            </a:pPr>
            <a:r>
              <a:t>Core Engine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C (C11 Standard)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libpcap: Packet capture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pthreads: Multi-threading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C11 stdatomic.h: Lock-free ops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GCC -O2: Optimized 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4336"/>
                </a:solidFill>
              </a:defRPr>
            </a:pPr>
            <a:r>
              <a:t>ML Integration (Optional)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Python 3.10+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XGBoost: Attack classification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Scikit-learn/Isolation Forest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Pandas: Data processing</a:t>
            </a:r>
          </a:p>
          <a:p>
            <a:pPr>
              <a:spcAft>
                <a:spcPts val="400"/>
              </a:spcAft>
              <a:defRPr sz="1400">
                <a:solidFill>
                  <a:srgbClr val="424242"/>
                </a:solidFill>
              </a:defRPr>
            </a:pPr>
            <a:r>
              <a:t>IPC: Subprocess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Methodology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Phase 1: Literature Review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vEB Trees, Bit Vectors, Lock-free algorithms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Phase 2: Architecture Design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Hierarchical modular system design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Phase 3: Implementation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Component development: Capture → Queue → Filter → Schedule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Phase 4: Testing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Unit tests, stress tests (1M packets), integration tests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Phase 5: Optimization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Memory efficiency, lock-free concurrency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Literature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Bit Vectors (Knuth, 1969)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Dense boolean arrays with O(1) membership testing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Van Emde Boas Trees (van Emde Boas, 1975)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O(log log U) operations; two-tier variant for IP space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Lock-Free Data Structures (Herlihy &amp; Shavit, 2008)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Concurrent programming without mutexes using atomics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Network Protocol Processing (Stevens, 1994)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Packet layering, encapsulation, header parsing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Firewall &amp; IDS Design (Cisco, Palo Alto)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Multi-layer defense, real-time filtering, threat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Member 1: Packet Collection Engine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Technology: libpcap + pthreads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Functionality: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1. Open network interface in promiscuous mode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2. Apply BPF (Berkeley Packet Filter) to kernel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3. Capture raw Ethernet frames at line rate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4. Parse headers: Ethernet (14B) → IP (20B) → TCP/UDP (20/8B)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Output per packet: src_ip, dst_ip, protocol, size, priority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Performance: No packet loss in normal conditions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Lock-Free Concurrent Queue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Design: SPSC (Single-Producer, Single-Consumer)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Capacity: 1024 packets (circular buffer)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Synchronization: C11 atomic_uint (no mutexes)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Why Lock-Free?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Mutexes cause context switches → 1000s of nanoseconds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Atomics are CPU instructions → 10-100 nanoseconds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Operations: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cq_enqueue(): Atomic write to tail → O(1)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cq_dequeue(): Atomic read from head → O(1)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Result: Zero contention between threads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Bit Vector: Layer 1 Filtering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Purpose: Fast O(1) IP prefix filtering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Representation: 64-bit words (efficient for modern CPUs)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Memory: 2^16 entries = 65,536 IPs = 8 KB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Operations using bitwise shifts &amp; masks: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bv_set(index)     → Set bit to 1 with: words[index &gt;&gt; 6] |= (1 &lt;&lt; index &amp; 63)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bv_clear(index)   → Clear bit with: words[index &gt;&gt; 6] &amp;= ~(1 &lt;&lt; index &amp; 63)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bv_contains(index)→ Check bit: (words[index &gt;&gt; 6] &gt;&gt; (index &amp; 63)) &amp; 1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Use: First-pass filter eliminates ~65K IPs instantly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vEB Tree: Layer 2 Filtering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Name: Real-Space van Emde Boas Tree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Problem: Full 2^32 IP space = 512 MB as flat array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Solution: Two-tier hierarchical split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Top 16 bits: Hash map (clusters selector) - 1024 buckets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Bottom 16 bits: BitVector per cluster - 8 KB each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Memory: On-demand allocation (empty clusters cost 0)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Operations: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insert(ip): Create cluster if needed, set bit → O(1)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member(ip): Hash lookup + bit check → O(1)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Efficiency: 1M IPs occupy ~125 MB instead of 512 MB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Member 2: Gatekeeper (IP Filtering)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Two-Layer Defense Pipeline: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Layer 1 (Fast): BitVector prefix check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Extract top 16 bits from IP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Check bit in BitVector O(1)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Eliminates ~65,000 IPs per lookup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Layer 2 (Exact): vEB Tree exact match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Confirms full 32-bit IP address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Avoids false positives from prefix tagging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Decision: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DROP → IP on blacklist or watchlist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PASS → IP is safe, forward to scheduler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Member 3: Scheduler (Priority Queue)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Data Structure: Array-based Max Heap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Capacity: 10,000 packets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Priority Assignment (1-10 scale):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DNS (UDP:53) → Priority 9 (Highest)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HTTP/HTTPS (TCP:80/443) → Priority 8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Others → Priority 5 (Normal)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Operations: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insert(packet): Add to end + heapify_up → O(log n)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extract(): Return max + heapify_down → O(log 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Benefit: Critical traffic (DNS, Web) processed first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Member 3 (Optional): Splay Tree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Purpose: Active session tracking and caching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Self-Balancing BST with splaying optimization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Time Complexity: O(log n) amortized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Use Cases: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Quick lookup of recently accessed sessions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Timeout detection and connection expiration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Connection state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Status: Design complete, implementation optional for Phase 1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Future: Can integrate for advanced session tracking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Work Completed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Core Modules Implemented: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[X] Bit Vector - Layer 1 filtering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[X] vEB Tree - Layer 2 filtering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[X] Gatekeeper - Two-layer IP filter pipeline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[X] Concurrent Queue - Lock-free SPSC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[X] Capture Engine - libpcap + pthreads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[X] Scheduler - Max Heap priority queue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Testing &amp; Validation: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[X] Unit tests - All components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[X] Stress test - 1M packets, 100K malicious IPs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[X] Capture demo - Real network interface testing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[X] Git repository - Tracked on dev branch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Work To Be Done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Core Engine Enhancements: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 ] Main engine integration (tie all modules together)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 ] Splay Tree implementation for session tracking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 ] Fibonacci Heap for advanced QoS scheduling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ML Integration: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 ] Flow aggregator (convert packets → flows)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 ] Real-time ML model scoring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 ] Distributed multi-threaded flow processing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Performance &amp; Scale: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 ] Hardware acceleration (XDP/eBPF)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 ] Benchmarking on real traffic (Gbps+)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[ ] Production deployment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Performance Benchmarks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Test Configuration: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- 1 Million packets evaluated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- 100,000 malicious IPs in watchlist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Results on MacBook Pro (M1):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Total Time: 0.07 seconds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Throughput: 14.3 million packets/second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Per-packet latency: 70 nanoseconds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Memory Usage: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BitVector (Layer 1): 8 KB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vEB Tree clusters: ~800 KB (sparse)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Concurrent Queue: 1 KB metadata + buffer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Key Innovations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Lock-Free Architecture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Zero mutex overhead, atomic operations only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Sub-microsecond latency vs milliseconds with locks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Two-Tier vEB Tree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Memory-efficient (on-demand allocation)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Handles full 2^32 IP space efficiently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Layered IP Filtering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Fast prefix elimination + exact match validation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Avoids false positives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Real-Time Packet Processing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Millions of packets per second throughput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References &amp; Resources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Academic Papers: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van Emde Boas, P. (1975) 'Preserving order in a forest'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Herlihy &amp; Shavit (2008) 'The Art of Multiprocessor Programming'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Libraries &amp; Documentation: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libpcap: https://www.tcpdump.org/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C11 Standard: ISO/IEC 9899:2011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>
                <a:solidFill>
                  <a:srgbClr val="424242"/>
                </a:solidFill>
              </a:defRPr>
            </a:pPr>
            <a:r>
              <a:t>Project Resources: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GitHub: ArborFlow_ADS_CP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README.md: Architecture details and packet documentation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600">
                <a:solidFill>
                  <a:srgbClr val="424242"/>
                </a:solidFill>
              </a:defRPr>
            </a:pPr>
            <a:r>
              <a:t>  - packet_layer.png: Visual packet layer representation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976D2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424242"/>
                </a:solidFill>
              </a:defRPr>
            </a:pPr>
            <a:r>
              <a:t>ArborFlow: Advanced Data Structures in Action</a:t>
            </a:r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